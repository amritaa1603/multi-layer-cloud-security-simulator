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-5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068" y="0"/>
            <a:ext cx="41148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1371600" cy="1371600"/>
          </a:xfrm>
          <a:prstGeom prst="ellipse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05840"/>
            <a:ext cx="1005840" cy="10058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Simulator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1089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VIT Bhopal University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AMRITA JADHAV  23MEI10026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KITTU PRIYA 23MEI10034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PRACHI WALKE 23MEI10081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BHUMIKA SANGTE 23MEI10073</a:t>
            </a:r>
          </a:p>
          <a:p>
            <a:pPr marL="0" indent="0" algn="ctr">
              <a:buNone/>
            </a:pP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Firewall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411480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011680"/>
            <a:ext cx="109728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108960"/>
            <a:ext cx="411480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108960"/>
            <a:ext cx="10972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Encryption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· JWT Auth · SQL/XSS Protection · Live Logs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Defence in Depth?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 of security — if one fails, the next one stops the attack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— Block bad IPs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377440"/>
            <a:ext cx="5943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201168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280160"/>
            <a:ext cx="201168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Block bad passwords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377440"/>
            <a:ext cx="5943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201168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280160"/>
            <a:ext cx="20116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Block bad inputs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377440"/>
            <a:ext cx="5943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86600" y="1280160"/>
            <a:ext cx="201168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1280160"/>
            <a:ext cx="2011680" cy="4114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all walls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🏹 ATTACKER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06240"/>
            <a:ext cx="914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Even if a hacker breaks through one wall, the next layer catches them. No single point of failure.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cloud — each with different security responsibility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IaaS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plot of land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414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secure: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Network, Firewall, VMs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626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secure: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685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Customer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Azure VM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274320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PaaS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1527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19202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flat — walls provided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4414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secure: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code, Data, 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9626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secure: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163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Runtime, Middleware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4838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85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Customer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Heroku, App Engine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274320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SaaS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1527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19202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furnished hotel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4414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secure: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User access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29626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secure: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3163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34838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3685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Customer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Google Docs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7772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7772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7772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7772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280160"/>
            <a:ext cx="164592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1325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1609344"/>
            <a:ext cx="457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7440" y="1280160"/>
            <a:ext cx="182880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77440" y="1280160"/>
            <a:ext cx="18288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06240" y="1609344"/>
            <a:ext cx="457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201168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80160"/>
            <a:ext cx="201168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1609344"/>
            <a:ext cx="457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32320" y="1280160"/>
            <a:ext cx="164592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0" y="1280160"/>
            <a:ext cx="164592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db.sqlite3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331720"/>
            <a:ext cx="20116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33172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743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576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IP checker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manager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87168" y="2331720"/>
            <a:ext cx="20116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87168" y="2331720"/>
            <a:ext cx="20116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2487168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578608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API tokens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0016" y="2331720"/>
            <a:ext cx="20116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0016" y="233172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700016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91456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SQL/XSS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demo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12864" y="2331720"/>
            <a:ext cx="20116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12864" y="2331720"/>
            <a:ext cx="201168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912864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04304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statistics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023360" cy="5070348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502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2918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— allow or block 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 (NSG)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access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Port-level traffic filtering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at 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tools: AWS Security Groups, Azure NSG, Palo Alto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our project: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822960"/>
            <a:ext cx="44805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85039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850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877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an IP address in the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627632"/>
            <a:ext cx="44805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1655064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655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6824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it to /api/iaas/check-ip/ endpoint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432304"/>
            <a:ext cx="44805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2459736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459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checks FirewallRule table in database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236976"/>
            <a:ext cx="44805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3264408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IP is in BLOCK list → returns BLOCKED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4041648"/>
            <a:ext cx="44805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7680" y="4069080"/>
            <a:ext cx="411480" cy="4114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 → returns ALLOWED 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4617720"/>
            <a:ext cx="21031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97680" y="46360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192.168.1.100 → BLOCKED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617720"/>
            <a:ext cx="21031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83680" y="46360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8.8.8.8 → ALLOWED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023360" cy="5070348"/>
          </a:xfrm>
          <a:prstGeom prst="rect">
            <a:avLst/>
          </a:prstGeom>
          <a:solidFill>
            <a:srgbClr val="120820"/>
          </a:solidFill>
          <a:ln w="12700">
            <a:solidFill>
              <a:srgbClr val="120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502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2918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 Web Token authentication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 Based Access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User role permissions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tools: AWS Cognito, Azure AD, Okta, Auth0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822960"/>
            <a:ext cx="448056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841248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841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username + password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572768"/>
            <a:ext cx="448056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159105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591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1618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verifies with authenticate()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322576"/>
            <a:ext cx="448056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2340864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3682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correct → generates JWT token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072384"/>
            <a:ext cx="448056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3090672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31181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browser (1hr expiry)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3822192"/>
            <a:ext cx="448056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7680" y="3840480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3168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sends token for verification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0" y="45720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 Based Access Control: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297680" y="4800600"/>
          <a:ext cx="4480560" cy="822960"/>
        </p:xfrm>
        <a:graphic>
          <a:graphicData uri="http://schemas.openxmlformats.org/drawingml/2006/table">
            <a:tbl>
              <a:tblPr/>
              <a:tblGrid>
                <a:gridCol w="1120140"/>
                <a:gridCol w="1120140"/>
                <a:gridCol w="1120140"/>
                <a:gridCol w="112014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Firewall Rules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Upload Data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View Logs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023360" cy="5070348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502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2918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detection &amp; blocking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— Cross Site Scripting prevention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with regex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(AES-256 in prod)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 &amp; audit trails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tools: AWS WAF, Cloudflare, Imperva, ModSecurity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Examples &amp; How We Block Them: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777240"/>
            <a:ext cx="448056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777240"/>
            <a:ext cx="44805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8869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1170432"/>
            <a:ext cx="4297680" cy="256032"/>
          </a:xfrm>
          <a:prstGeom prst="rect">
            <a:avLst/>
          </a:prstGeom>
          <a:solidFill>
            <a:srgbClr val="0A0F1E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1887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1=1 --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1463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SQL query return ALL users bypassing login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1691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Regex detects SQL patterns → BLOCKED at SaaS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2194560"/>
            <a:ext cx="448056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2194560"/>
            <a:ext cx="448056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3042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Attack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2587752"/>
            <a:ext cx="4297680" cy="256032"/>
          </a:xfrm>
          <a:prstGeom prst="rect">
            <a:avLst/>
          </a:prstGeom>
          <a:solidFill>
            <a:srgbClr val="0A0F1E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60604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&lt;script&gt;alert('hacked')&lt;/script&gt;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28803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JavaScript to steal cookies/passwords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1089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Detects &lt;script&gt; tag → BLOCKED at SaaS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3611880"/>
            <a:ext cx="448056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0" y="3611880"/>
            <a:ext cx="448056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7216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89120" y="4005072"/>
            <a:ext cx="4297680" cy="256032"/>
          </a:xfrm>
          <a:prstGeom prst="rect">
            <a:avLst/>
          </a:prstGeom>
          <a:solidFill>
            <a:srgbClr val="0A0F1E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02336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john_doe_2024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4297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username — no attack patterns found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Passes all checks → ALLOWED 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&amp; Test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demonstrate the project live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Accounts: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417320"/>
          <a:ext cx="82296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097280"/>
                <a:gridCol w="438912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Username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Password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Can 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Admin@123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55F7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Everything + manage firewall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User@123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Basic features only (RBAC demo)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hacker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wrong123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Auth fails → BLOCKED at PaaS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Script — Do these in order: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37413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365760" y="3374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33375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3558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44752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IP: 192.168.1.100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11880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BLOCKED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3785616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" y="374904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7673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444752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IP: 8.8.8.8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11880" y="3749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ALLOWED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19709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197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" y="41605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17880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44752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hacker / wrong123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11880" y="41605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Auth BLOCKED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608576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608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45720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459028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44752" y="4572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 / Admin@123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11880" y="4572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Logged in (ADMIN)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09160" y="337413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9160" y="3374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029200" y="33375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33558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88152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Admin Upload as user1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955280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RBAC DENIED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09160" y="378561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09160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029200" y="374904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37673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88152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' OR 1=1 --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955280" y="3749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SQL Injection BLOCKED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09160" y="419709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09160" y="4197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029200" y="41605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0" y="417880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788152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&lt;script&gt;alert('xss')&lt;/script&gt;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955280" y="41605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XSS BLOCKED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709160" y="4608576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4608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029200" y="45720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0" y="459028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788152" y="4572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Logs tab (as admin)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955280" y="4572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All attacks logged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93392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99339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blocks malicious IPs at network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993392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51560"/>
            <a:ext cx="199339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88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1214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controls who can access what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93392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99339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214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stops SQL injection and XSS attacks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051560"/>
            <a:ext cx="1993392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051560"/>
            <a:ext cx="1993392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188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49440" y="17373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Stats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1214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auto-logged — full audit trail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953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1696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38404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38953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84832" y="41696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03904" y="38404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38953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03904" y="41696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22976" y="38404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38953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22976" y="41696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42048" y="38404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38953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42048" y="41696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 — No single point of failure. If one layer is breached, the next stops the attack.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876</Words>
  <Application>Microsoft Office PowerPoint</Application>
  <PresentationFormat>On-screen Show (16:9)</PresentationFormat>
  <Paragraphs>267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Defence in Depth - Cloud Security</dc:title>
  <dc:subject>PptxGenJS Presentation</dc:subject>
  <dc:creator>PptxGenJS</dc:creator>
  <cp:lastModifiedBy>bhumika</cp:lastModifiedBy>
  <cp:revision>3</cp:revision>
  <dcterms:created xsi:type="dcterms:W3CDTF">2026-03-23T08:31:05Z</dcterms:created>
  <dcterms:modified xsi:type="dcterms:W3CDTF">2026-03-23T08:45:40Z</dcterms:modified>
</cp:coreProperties>
</file>